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custShowLst>
    <p:custShow name="Ostrich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1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8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79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8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6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1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65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6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586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79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openDmnd">
          <a:fgClr>
            <a:schemeClr val="accent6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Ostrich: Podman Container Monitoring &amp;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Lightweight • Scalable • Developer‑Friendly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Python + Podman based monitoring solution</a:t>
            </a:r>
          </a:p>
          <a:p>
            <a:pPr lvl="1"/>
            <a:r>
              <a:t>Minimal Flask apps for demo</a:t>
            </a:r>
          </a:p>
          <a:p>
            <a:pPr lvl="1"/>
            <a:r>
              <a:t>CLI tool for container insights</a:t>
            </a:r>
          </a:p>
          <a:p>
            <a:pPr lvl="1"/>
            <a:r>
              <a:t>Designed for rapid operational visibility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monitor/: CLI for Podman management</a:t>
            </a:r>
          </a:p>
          <a:p>
            <a:pPr lvl="1"/>
            <a:r>
              <a:t>websites/: Flask demo apps (app1, app2, app3)</a:t>
            </a:r>
          </a:p>
          <a:p>
            <a:pPr lvl="1"/>
            <a:r>
              <a:t>Each app packaged with its own Dockerfile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List containers with metadata</a:t>
            </a:r>
          </a:p>
          <a:p>
            <a:pPr lvl="1"/>
            <a:r>
              <a:t>Start/Stop containers</a:t>
            </a:r>
          </a:p>
          <a:p>
            <a:pPr lvl="1"/>
            <a:r>
              <a:t>View memory, CPU, PID, storage stats</a:t>
            </a:r>
          </a:p>
          <a:p>
            <a:pPr lvl="1"/>
            <a:r>
              <a:t>Update memory limits</a:t>
            </a:r>
          </a:p>
          <a:p>
            <a:pPr lvl="1"/>
            <a:r>
              <a:t>Run Flask containers for testing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Storage increase not supported live</a:t>
            </a:r>
          </a:p>
          <a:p>
            <a:pPr lvl="1"/>
            <a:r>
              <a:t>Needs Podman on host</a:t>
            </a:r>
          </a:p>
          <a:p>
            <a:pPr lvl="1"/>
            <a:r>
              <a:t>Not Docker compatible (but extendable)</a:t>
            </a:r>
          </a:p>
          <a:p>
            <a:pPr lvl="1"/>
            <a:r>
              <a:t>Assumes Podman path at /usr/bin/podman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Real‑time container dashboards</a:t>
            </a:r>
          </a:p>
          <a:p>
            <a:pPr lvl="1"/>
            <a:r>
              <a:t>Prometheus/Grafana integration</a:t>
            </a:r>
          </a:p>
          <a:p>
            <a:pPr lvl="1"/>
            <a:r>
              <a:t>Event-driven alerting (OOM, crash loops)</a:t>
            </a:r>
          </a:p>
          <a:p>
            <a:pPr lvl="1"/>
            <a:r>
              <a:t>Role‑based access &amp; LDAP integration</a:t>
            </a:r>
          </a:p>
          <a:p>
            <a:pPr lvl="1"/>
            <a:r>
              <a:t>Remote multi-node cluster monitoring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Scalability &amp; Architecture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Introduce distributed monitoring agents</a:t>
            </a:r>
          </a:p>
          <a:p>
            <a:pPr lvl="1"/>
            <a:r>
              <a:t>Use message queue (Kafka/RabbitMQ)</a:t>
            </a:r>
          </a:p>
          <a:p>
            <a:pPr lvl="1"/>
            <a:r>
              <a:t>Sharded container state indexing</a:t>
            </a:r>
          </a:p>
          <a:p>
            <a:pPr lvl="1"/>
            <a:r>
              <a:t>Async I/O using asyncio/uvloop</a:t>
            </a:r>
          </a:p>
          <a:p>
            <a:pPr lvl="1"/>
            <a:r>
              <a:t>Cache heavy queries with Redis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5000+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Use incremental state polling</a:t>
            </a:r>
          </a:p>
          <a:p>
            <a:pPr lvl="1"/>
            <a:r>
              <a:t>Parallel execution using ThreadPool/ProcessPool</a:t>
            </a:r>
          </a:p>
          <a:p>
            <a:pPr lvl="1"/>
            <a:r>
              <a:t>Adaptive throttling to reduce Podman load</a:t>
            </a:r>
          </a:p>
          <a:p>
            <a:pPr lvl="1"/>
            <a:r>
              <a:t>RAM Estimate: ~8–12 GB for 5000 running containers</a:t>
            </a:r>
          </a:p>
          <a:p>
            <a:pPr lvl="1"/>
            <a:r>
              <a:t>Use cgroups v2 for resource isolation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Reliability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TLS for CLI &lt;-&gt; host calls</a:t>
            </a:r>
          </a:p>
          <a:p>
            <a:pPr lvl="1"/>
            <a:r>
              <a:t>Audit logs for every command</a:t>
            </a:r>
          </a:p>
          <a:p>
            <a:pPr lvl="1"/>
            <a:r>
              <a:t>Zero‑trust model with signed requests</a:t>
            </a:r>
          </a:p>
          <a:p>
            <a:pPr lvl="1"/>
            <a:r>
              <a:t>Container signature verification</a:t>
            </a:r>
          </a:p>
          <a:p>
            <a:pPr lvl="1"/>
            <a:r>
              <a:t>Graceful retries + circuit breakers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Work‑stealing schedulers for polling</a:t>
            </a:r>
          </a:p>
          <a:p>
            <a:pPr lvl="1"/>
            <a:r>
              <a:t>Bloom filters for quick container existence check</a:t>
            </a:r>
          </a:p>
          <a:p>
            <a:pPr lvl="1"/>
            <a:r>
              <a:t>LRU caching for Podman inspect calls</a:t>
            </a:r>
          </a:p>
          <a:p>
            <a:pPr lvl="1"/>
            <a:r>
              <a:t>Batching + Debouncing API calls</a:t>
            </a:r>
          </a:p>
          <a:p>
            <a:pPr lvl="1"/>
            <a:r>
              <a:t>Concurrent processing with asyncio Tasks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Ostrich — Fast. Lightweight. Scalable.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</TotalTime>
  <Words>291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  <vt:variant>
        <vt:lpstr>Custom Shows</vt:lpstr>
      </vt:variant>
      <vt:variant>
        <vt:i4>1</vt:i4>
      </vt:variant>
    </vt:vector>
  </HeadingPairs>
  <TitlesOfParts>
    <vt:vector size="16" baseType="lpstr">
      <vt:lpstr>Tw Cen MT</vt:lpstr>
      <vt:lpstr>Tw Cen MT Condensed</vt:lpstr>
      <vt:lpstr>Wingdings 3</vt:lpstr>
      <vt:lpstr>Integral</vt:lpstr>
      <vt:lpstr>Ostrich: Podman Container Monitoring &amp; Management</vt:lpstr>
      <vt:lpstr>Project Overview</vt:lpstr>
      <vt:lpstr>Repository Structure</vt:lpstr>
      <vt:lpstr>Current Capabilities</vt:lpstr>
      <vt:lpstr>Limitations &amp; Considerations</vt:lpstr>
      <vt:lpstr>Future Scope</vt:lpstr>
      <vt:lpstr>Scalability &amp; Architecture Improvements</vt:lpstr>
      <vt:lpstr>Handling 5000+ Containers</vt:lpstr>
      <vt:lpstr>Security &amp; Reliability Upgrades</vt:lpstr>
      <vt:lpstr>Algorithms &amp; Concepts</vt:lpstr>
      <vt:lpstr>Thank You</vt:lpstr>
      <vt:lpstr>Ostrich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Ostrich: Podman Container Monitoring &amp; Management</dc:title>
  <dc:subject/>
  <dc:creator>AswinRaja krishnaselvam</dc:creator>
  <cp:keywords/>
  <dc:description>generated using python-pptx</dc:description>
  <cp:lastModifiedBy>AswinRaja k</cp:lastModifiedBy>
  <cp:revision>6</cp:revision>
  <dcterms:created xsi:type="dcterms:W3CDTF">2013-01-27T09:14:16Z</dcterms:created>
  <dcterms:modified xsi:type="dcterms:W3CDTF">2025-11-20T18:47:57Z</dcterms:modified>
  <cp:category/>
</cp:coreProperties>
</file>